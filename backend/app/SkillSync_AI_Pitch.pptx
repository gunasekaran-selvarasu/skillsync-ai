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37160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COLLEGE CAREER INTELLIGENCE &amp; PLACEMENT READINESS</a:t>
            </a:r>
          </a:p>
          <a:p>
            <a:pPr>
              <a:spcAft>
                <a:spcPts val="1400"/>
              </a:spcAft>
              <a:defRPr sz="5400" b="1">
                <a:solidFill>
                  <a:srgbClr val="FFFFFF"/>
                </a:solidFill>
              </a:defRPr>
            </a:pPr>
            <a:r>
              <a:t>SkillSync AI</a:t>
            </a:r>
          </a:p>
          <a:p>
            <a:pPr>
              <a:defRPr sz="2000">
                <a:solidFill>
                  <a:srgbClr val="DDD6FE"/>
                </a:solidFill>
              </a:defRPr>
            </a:pPr>
            <a:r>
              <a:t>The AI Operating System Connecting Student Capabilities Directly to Campus Placement Eligibility.</a:t>
            </a:r>
          </a:p>
          <a:p>
            <a:pPr>
              <a:spcBef>
                <a:spcPts val="3600"/>
              </a:spcBef>
              <a:defRPr sz="1400">
                <a:solidFill>
                  <a:srgbClr val="A78BFA"/>
                </a:solidFill>
              </a:defRPr>
            </a:pPr>
            <a:r>
              <a:t>Executive Briefing for College Leadership, Deans, and Placement Directors (TPO)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THE CAMPUS PLACEMENT CRISIS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Why 60%+ of College Graduates Struggle in Placement Drives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4444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For College TPO Leadership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Placement offices are burdened with manual spreadsheets and guesswork. Basic CGPA filters miss true technical capability, leading to lower recruiter conversion and hiring quotas.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918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CA8A04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For Faculty Mentors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Faculty coordinate academic requirements but lack continuous, data-backed visibility into actual student industry competencies until placement season has already begun.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10312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7C3AED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For Graduating Students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Students submit generic resumes that fail automated corporate ATS filters. They consume random online tutorials without knowing which exact skills unlock high-paying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THE GUIDING PRINCIPLE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Transforming Higher Education From Guesswork to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1: Where Am I Now? — </a:t>
            </a:r>
            <a:r>
              <a:rPr sz="1300" b="0">
                <a:solidFill>
                  <a:srgbClr val="64748B"/>
                </a:solidFill>
              </a:rPr>
              <a:t>Continuous AI Career Twin continuously captures verified evidence from assessments, practical challenges, code repositories, and resumes.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036015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2: Where Do I Want To Go? — </a:t>
            </a:r>
            <a:r>
              <a:rPr sz="1300" b="0">
                <a:solidFill>
                  <a:srgbClr val="64748B"/>
                </a:solidFill>
              </a:rPr>
              <a:t>Real-time benchmark alignments mapping candidates to target careers and active corporate campus openings.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6015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3: What Am I Missing? — </a:t>
            </a:r>
            <a:r>
              <a:rPr sz="1300" b="0">
                <a:solidFill>
                  <a:srgbClr val="64748B"/>
                </a:solidFill>
              </a:rPr>
              <a:t>Algorithmic skill-gap detection pinpointing exact missing prerequisites and categorizing competencies into Match /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57800"/>
            <a:ext cx="1036015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Step 4: What Should I Do Next? — </a:t>
            </a:r>
            <a:r>
              <a:rPr sz="1300" b="0">
                <a:solidFill>
                  <a:srgbClr val="64748B"/>
                </a:solidFill>
              </a:rPr>
              <a:t>Singular high-leverage daily action recommendation, dynamic phased learning roadmaps, and gap-closing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INTEGRATED ECOSYSTEM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Three Tailored Portals, One Unified Placement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STUDENT PORTAL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Empowering Autonomous Career Growth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AI Career Twin &amp; Readiness Gauge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Personalized 'What Should I Learn Next?'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Dynamic Roadmap with Task Status Toggling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ATS Resume Studio &amp; Keyword Improver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On-Demand AI Mock Interview Rooms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Career 'What-If' Simulation Sandbox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0116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</a:defRPr>
            </a:pPr>
            <a:r>
              <a:t>FACULTY PORTAL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Proactive Cohort Guidance &amp; Mentorship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Department Cohort Readiness Monitor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Assessment Completion Tracking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Average Skill Evidence Telemetry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Early At-Risk Candidate Flags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Targeted Mentoring Notes &amp; Action Items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Accreditation-Ready Progress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ADMIN / TPO PORTAL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Automating Enterprise Campus Hiring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Institutional Placement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Department Skill Heatmaps &amp; Trends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1-Click Drive Eligibility Matching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Corporate Partner &amp; Job Management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Auditable Verified Evidence Trail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NAAC / NIRF Data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PROVEN INSTITUTIONAL VALUE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Measurable Outcomes for College Leadership &amp; Admissions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7C3AED"/>
                </a:solidFill>
              </a:defRPr>
            </a:pPr>
            <a:r>
              <a:t>+35%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Average Package Growth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Students present demonstrable, verified projects and ATS-optimized resumes that stand out to tier-1 recruiters.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</a:defRPr>
            </a:pPr>
            <a:r>
              <a:t>80%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Reduction in TPO Admin Work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Automatic candidate eligibility matching eliminates hundreds of hours spent manually formatting Excel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5029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7C3AED"/>
                </a:solidFill>
              </a:defRPr>
            </a:pPr>
            <a:r>
              <a:t>2x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Recruiter Retention Rate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Corporate partners return year after year because candidate pools meet rigorous, pre-verified technical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029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Continuous Evidence Audit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All claimed student competencies are backed by multi-source confidence scores (tests, code, verification).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0B981"/>
                </a:solidFill>
              </a:defRPr>
            </a:pPr>
            <a:r>
              <a:t>READY TO TRANSFORM YOUR CAMPUS PLACEMENTS?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Empower Your Students, Faculty, and TPO with SkillSync AI</a:t>
            </a:r>
          </a:p>
          <a:p>
            <a:pPr>
              <a:spcAft>
                <a:spcPts val="3000"/>
              </a:spcAft>
              <a:defRPr sz="1600">
                <a:solidFill>
                  <a:srgbClr val="DDD6FE"/>
                </a:solidFill>
              </a:defRPr>
            </a:pPr>
            <a:r>
              <a:t>Seamless Multi-Tenant Deployment • Zero Disruption to Existing Curriculum • Immediate Student Onboarding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Contact the Institutional Team: partnerships@skillsync.ai | www.skillsync.ai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